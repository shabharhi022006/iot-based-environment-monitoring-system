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2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24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59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89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31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858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79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68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2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3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454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017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924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912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285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2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8AACD1-10FF-4048-AE14-B6A403C7C5F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3585E6-4FD9-4F6F-9DC0-C3F54655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70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910C-AD90-3DFD-78C7-5B83D6C85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4365" y="1473198"/>
            <a:ext cx="8244663" cy="1572006"/>
          </a:xfrm>
        </p:spPr>
        <p:txBody>
          <a:bodyPr>
            <a:normAutofit fontScale="90000"/>
          </a:bodyPr>
          <a:lstStyle/>
          <a:p>
            <a:r>
              <a:rPr lang="en-US" dirty="0"/>
              <a:t>IoT Based Environmental Monitoring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385E5-C2E9-BFEC-30DD-2DF0543AA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2745" y="3498209"/>
            <a:ext cx="5050172" cy="2298584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dirty="0" err="1">
                <a:solidFill>
                  <a:schemeClr val="accent1">
                    <a:lumMod val="50000"/>
                  </a:schemeClr>
                </a:solidFill>
              </a:rPr>
              <a:t>TEAM:Creative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Spark</a:t>
            </a:r>
          </a:p>
          <a:p>
            <a:pPr algn="l"/>
            <a:r>
              <a:rPr lang="en-IN" dirty="0"/>
              <a:t>        I.SANDHIYA J</a:t>
            </a:r>
          </a:p>
          <a:p>
            <a:pPr algn="l"/>
            <a:r>
              <a:rPr lang="en-IN" dirty="0"/>
              <a:t>        II.SHABHARHI SHREE J</a:t>
            </a:r>
          </a:p>
          <a:p>
            <a:pPr algn="l"/>
            <a:r>
              <a:rPr lang="en-US" dirty="0"/>
              <a:t>        III.SRIMATHI R</a:t>
            </a:r>
          </a:p>
          <a:p>
            <a:pPr algn="l"/>
            <a:r>
              <a:rPr lang="en-US" dirty="0"/>
              <a:t>        IV.SANTHIYA R</a:t>
            </a:r>
          </a:p>
        </p:txBody>
      </p:sp>
    </p:spTree>
    <p:extLst>
      <p:ext uri="{BB962C8B-B14F-4D97-AF65-F5344CB8AC3E}">
        <p14:creationId xmlns:p14="http://schemas.microsoft.com/office/powerpoint/2010/main" val="107545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18E8D-6125-362C-0BB2-122D1D13B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688" y="947956"/>
            <a:ext cx="4085440" cy="1040235"/>
          </a:xfrm>
        </p:spPr>
        <p:txBody>
          <a:bodyPr/>
          <a:lstStyle/>
          <a:p>
            <a:r>
              <a:rPr lang="en-US" dirty="0"/>
              <a:t>ABSTRACT: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41EA7-20E5-2DEE-0A19-3AA1AAA0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8584" y="1887523"/>
            <a:ext cx="9355441" cy="380300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IoT Based Environmental Monitoring System is designed to monitor temperature and humidity remotely. A DHT11 sensor measures the environmental parameters, and the STM32 microcontroller receives and processes the sensor data using DMA</a:t>
            </a:r>
            <a:r>
              <a:rPr lang="en-US" sz="2000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processed data is transmitted through UART Serial communication to the ESP8266 Wi-Fi module. The ESP8266 sends the data to the </a:t>
            </a:r>
            <a:r>
              <a:rPr lang="en-US" dirty="0" err="1"/>
              <a:t>ThingSpeak</a:t>
            </a:r>
            <a:r>
              <a:rPr lang="en-US" dirty="0"/>
              <a:t> cloud platform, enabling real-time remote monitoring of environmental conditions.</a:t>
            </a:r>
          </a:p>
        </p:txBody>
      </p:sp>
    </p:spTree>
    <p:extLst>
      <p:ext uri="{BB962C8B-B14F-4D97-AF65-F5344CB8AC3E}">
        <p14:creationId xmlns:p14="http://schemas.microsoft.com/office/powerpoint/2010/main" val="162875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697A3-2EAD-FFEF-87DF-7A311CEF5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246" y="964734"/>
            <a:ext cx="4328719" cy="73823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8D8FF-DA2D-61DE-ACD7-5BF804538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02965"/>
            <a:ext cx="10018713" cy="4088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Environmental monitoring is important for measuring parameters such as temperature and humidity. Traditional monitoring methods may require manual observation and cannot provide continuous remote monitoring.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this project, a DHT11 sensor measures temperature and humidity. The STM32 microcontroller receives and processes the sensor data using DMA. The processed data is transferred through UART Serial communication to the ESP8266 Wi-Fi module. Finally, ESP8266 uploads the data to the </a:t>
            </a:r>
            <a:r>
              <a:rPr lang="en-US" dirty="0" err="1"/>
              <a:t>ThingSpeak</a:t>
            </a:r>
            <a:r>
              <a:rPr lang="en-US" dirty="0"/>
              <a:t> cloud platform for remote monitoring.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12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7398-C071-1871-9C25-726EADAA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468" y="828413"/>
            <a:ext cx="6073628" cy="983609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F54AE-4E99-904E-9035-EC8C1865A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6BF18-2D48-F9B3-7EB3-7D563EFA8DB8}"/>
              </a:ext>
            </a:extLst>
          </p:cNvPr>
          <p:cNvSpPr txBox="1"/>
          <p:nvPr/>
        </p:nvSpPr>
        <p:spPr>
          <a:xfrm>
            <a:off x="2602684" y="2109155"/>
            <a:ext cx="90328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Manual monitoring of temperature and humidity requires continuous human effort.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Conventional monitoring methods do not provide real-time remote access.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Continuous collection and transmission of sensor data can be difficult.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A reliable system is needed to automatically collect, process, and monitor environmental data remotely.</a:t>
            </a:r>
          </a:p>
        </p:txBody>
      </p:sp>
    </p:spTree>
    <p:extLst>
      <p:ext uri="{BB962C8B-B14F-4D97-AF65-F5344CB8AC3E}">
        <p14:creationId xmlns:p14="http://schemas.microsoft.com/office/powerpoint/2010/main" val="321265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0277-3585-8CD6-1356-0127C33CE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519" y="788566"/>
            <a:ext cx="5360565" cy="704674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/>
              <a:t>PROPOSED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CE76-990A-145C-DC50-44579606C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743" y="1778466"/>
            <a:ext cx="9783280" cy="29529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 DHT11 for temperature and humidity measurement.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 STM32 with DMA to process sensor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 UART Serial communication to transfer data to ESP8266.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 ESP8266 Wi-Fi to upload data to </a:t>
            </a:r>
            <a:r>
              <a:rPr lang="en-US" dirty="0" err="1"/>
              <a:t>ThingSpeak</a:t>
            </a:r>
            <a:r>
              <a:rPr lang="en-US" dirty="0"/>
              <a:t> Cloud.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35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5304-B827-43F7-A9BF-BEAE7DD2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0469" y="822120"/>
            <a:ext cx="6400801" cy="956345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HARDWARE &amp; SOFTWARE REQUIREMENTS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0CF4E-2187-C30D-55DD-D99671B99B85}"/>
              </a:ext>
            </a:extLst>
          </p:cNvPr>
          <p:cNvSpPr txBox="1"/>
          <p:nvPr/>
        </p:nvSpPr>
        <p:spPr>
          <a:xfrm>
            <a:off x="1887523" y="3045204"/>
            <a:ext cx="99996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                                              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63D384-E2E2-2733-EB89-20BD2F4E7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61" y="2046914"/>
            <a:ext cx="9722840" cy="422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1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0D9B-BA17-BFCE-9D36-48BC5E66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464" y="756407"/>
            <a:ext cx="4731392" cy="620786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/>
              <a:t>BLOCK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7B407-5890-72B2-3870-DD853616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933" y="1744277"/>
            <a:ext cx="9264872" cy="33254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   DHT11 Sensor</a:t>
            </a:r>
          </a:p>
          <a:p>
            <a:pPr marL="0" indent="0">
              <a:buNone/>
            </a:pPr>
            <a:r>
              <a:rPr lang="en-IN" sz="1400" dirty="0"/>
              <a:t>      ↓</a:t>
            </a:r>
          </a:p>
          <a:p>
            <a:pPr marL="0" indent="0">
              <a:buNone/>
            </a:pPr>
            <a:r>
              <a:rPr lang="en-IN" sz="1400" dirty="0"/>
              <a:t> STM32 Microcontroller</a:t>
            </a:r>
          </a:p>
          <a:p>
            <a:pPr marL="0" indent="0">
              <a:buNone/>
            </a:pPr>
            <a:r>
              <a:rPr lang="en-IN" sz="1400" dirty="0"/>
              <a:t>     ↓</a:t>
            </a:r>
          </a:p>
          <a:p>
            <a:pPr marL="0" indent="0">
              <a:buNone/>
            </a:pPr>
            <a:r>
              <a:rPr lang="en-IN" sz="1400" dirty="0"/>
              <a:t>ESP8266 Wi-Fi</a:t>
            </a:r>
          </a:p>
          <a:p>
            <a:pPr marL="0" indent="0">
              <a:buNone/>
            </a:pPr>
            <a:r>
              <a:rPr lang="en-IN" sz="1400" dirty="0"/>
              <a:t>     ↓</a:t>
            </a:r>
          </a:p>
          <a:p>
            <a:pPr marL="0" indent="0">
              <a:buNone/>
            </a:pPr>
            <a:r>
              <a:rPr lang="en-IN" sz="1400" dirty="0"/>
              <a:t>Internet</a:t>
            </a:r>
          </a:p>
          <a:p>
            <a:pPr marL="0" indent="0">
              <a:buNone/>
            </a:pPr>
            <a:r>
              <a:rPr lang="en-IN" sz="1400" dirty="0"/>
              <a:t>     ↓</a:t>
            </a:r>
          </a:p>
          <a:p>
            <a:pPr marL="0" indent="0">
              <a:buNone/>
            </a:pPr>
            <a:r>
              <a:rPr lang="en-IN" sz="1400" dirty="0" err="1"/>
              <a:t>ThingSpeak</a:t>
            </a:r>
            <a:r>
              <a:rPr lang="en-IN" sz="1400" dirty="0"/>
              <a:t> Cloud</a:t>
            </a:r>
          </a:p>
          <a:p>
            <a:pPr marL="0" indent="0">
              <a:buNone/>
            </a:pPr>
            <a:r>
              <a:rPr lang="en-IN" sz="1400" dirty="0"/>
              <a:t>     ↓</a:t>
            </a:r>
          </a:p>
          <a:p>
            <a:pPr marL="0" indent="0">
              <a:buNone/>
            </a:pPr>
            <a:r>
              <a:rPr lang="en-IN" sz="1400" dirty="0"/>
              <a:t>Mobile / Laptop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953FFFB-6BE1-F4B7-E6D7-A4B4BED433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-1607190"/>
            <a:ext cx="5571067" cy="823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C8220C41-1DB2-E1B4-1B17-24BAFAF381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96210"/>
            <a:ext cx="5878205" cy="823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7B4E5E-028D-00C0-2EEB-32857B797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526" y="1066800"/>
            <a:ext cx="1824474" cy="25322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9A5009-BB6D-8743-B375-2AAD05910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743" y="1212402"/>
            <a:ext cx="2401358" cy="22410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41002F-F91E-8588-1392-F0026F82B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966155"/>
            <a:ext cx="2328333" cy="23766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C3E9C5-C10A-F9B5-3BA7-1A7C57E69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349" y="3661485"/>
            <a:ext cx="2157557" cy="281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9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4114-61E7-DBEB-70E4-B9E8C64A9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0" y="922867"/>
            <a:ext cx="3530600" cy="66040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WORKING</a:t>
            </a:r>
            <a:endParaRPr lang="en-IN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C2179-D251-9C0C-91F7-7D654624A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8999" y="1964267"/>
            <a:ext cx="9736667" cy="32765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DHT11 sensor measures the temperature and humidity of the environment and sends the sensor data to the STM32 </a:t>
            </a:r>
            <a:r>
              <a:rPr lang="en-US" dirty="0" err="1"/>
              <a:t>Nucleo</a:t>
            </a:r>
            <a:r>
              <a:rPr lang="en-US" dirty="0"/>
              <a:t> board. The STM32 receives and processes the data using DMA.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processed data is then transmitted to the ESP8266 Wi-Fi module through UART Serial communication. The ESP8266 connects to the Internet and uploads the temperature and humidity data to the </a:t>
            </a:r>
            <a:r>
              <a:rPr lang="en-US" dirty="0" err="1"/>
              <a:t>ThingSpeak</a:t>
            </a:r>
            <a:r>
              <a:rPr lang="en-US" dirty="0"/>
              <a:t> cloud platform. The user can then monitor the environmental data remotely through the </a:t>
            </a:r>
            <a:r>
              <a:rPr lang="en-US" dirty="0" err="1"/>
              <a:t>ThingSpeak</a:t>
            </a:r>
            <a:r>
              <a:rPr lang="en-US" dirty="0"/>
              <a:t> dashboard.</a:t>
            </a:r>
          </a:p>
        </p:txBody>
      </p:sp>
    </p:spTree>
    <p:extLst>
      <p:ext uri="{BB962C8B-B14F-4D97-AF65-F5344CB8AC3E}">
        <p14:creationId xmlns:p14="http://schemas.microsoft.com/office/powerpoint/2010/main" val="3422907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7DE5-30B3-EA18-F03C-EE782A423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7" y="677333"/>
            <a:ext cx="3657600" cy="103293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LIMITATIONS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BFF3B-F92A-FA7B-2199-15D9D4918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0" y="1710267"/>
            <a:ext cx="9355667" cy="3141133"/>
          </a:xfrm>
        </p:spPr>
        <p:txBody>
          <a:bodyPr/>
          <a:lstStyle/>
          <a:p>
            <a:r>
              <a:rPr lang="en-US" dirty="0"/>
              <a:t>DHT11 has limited measurement accuracy.</a:t>
            </a:r>
          </a:p>
          <a:p>
            <a:r>
              <a:rPr lang="en-US" dirty="0"/>
              <a:t> Stable Wi-Fi connection is required.</a:t>
            </a:r>
          </a:p>
          <a:p>
            <a:r>
              <a:rPr lang="en-US" dirty="0"/>
              <a:t>ESP8266 depends on Internet availability.</a:t>
            </a:r>
          </a:p>
          <a:p>
            <a:r>
              <a:rPr lang="en-US" dirty="0"/>
              <a:t>Suitable mainly for basic environmental monitoring.</a:t>
            </a:r>
          </a:p>
          <a:p>
            <a:r>
              <a:rPr lang="en-US" dirty="0"/>
              <a:t> Sensor range and response time are limited.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077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9013-B3D3-A522-F314-BA2D92B55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4333" y="630766"/>
            <a:ext cx="4893733" cy="872068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/>
              <a:t>FUTURE UPGRADES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E3A75-1D40-1C51-8138-CD8C2091C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3" y="1502834"/>
            <a:ext cx="6180667" cy="4643965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system can be further improved by developing a dedicated mobile application for real-time monitoring and alert notifications.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Additional sensors such as air-quality, light, and pressure sensors can be integrated to monitor more environmental parameters.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More accurate sensors can be used to improve measurement reliability. Cloud-based data storage and analysis can also be enhanced to maintain long-term environmental records and identify changes or trends.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A33B4-3815-793C-8C98-F42679DEF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32" y="1502834"/>
            <a:ext cx="4326467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34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0432-8D3C-7684-C914-CF46E1CE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578" y="651932"/>
            <a:ext cx="4425422" cy="626535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37EFB-F8A2-EB17-DF21-C3A9BDF7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278467"/>
            <a:ext cx="5543022" cy="4512733"/>
          </a:xfrm>
        </p:spPr>
        <p:txBody>
          <a:bodyPr>
            <a:normAutofit/>
          </a:bodyPr>
          <a:lstStyle/>
          <a:p>
            <a:r>
              <a:rPr lang="en-US" sz="2000" dirty="0"/>
              <a:t>The proposed IoT based environmental monitoring system successfully monitors temperature and humidity in real time. DHT11 collects the environmental data, and STM32 processes the data using DMA.</a:t>
            </a:r>
          </a:p>
          <a:p>
            <a:r>
              <a:rPr lang="en-US" sz="2000" dirty="0"/>
              <a:t> The data is transferred through UART to ESP8266 and uploaded to </a:t>
            </a:r>
            <a:r>
              <a:rPr lang="en-US" sz="2000" dirty="0" err="1"/>
              <a:t>ThingSpeak</a:t>
            </a:r>
            <a:r>
              <a:rPr lang="en-US" sz="2000" dirty="0"/>
              <a:t> through Wi-Fi. This system provides a simple and effective solution for remote environmental monitoring and can be enhanced with additional sensors and IoT features in the future.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1ECDE-217F-CDF8-849B-FEDDD6D64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1507067"/>
            <a:ext cx="4944533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867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100</TotalTime>
  <Words>569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Wingdings</vt:lpstr>
      <vt:lpstr>Parallax</vt:lpstr>
      <vt:lpstr>IoT Based Environmental Monitoring System</vt:lpstr>
      <vt:lpstr>ABSTRACT:</vt:lpstr>
      <vt:lpstr>INTRODUCTION</vt:lpstr>
      <vt:lpstr>PROBLEM STATEMENT</vt:lpstr>
      <vt:lpstr>PROPOSED SOLUTION</vt:lpstr>
      <vt:lpstr>HARDWARE &amp; SOFTWARE REQUIREMENTS</vt:lpstr>
      <vt:lpstr>BLOCK DIAGRAM</vt:lpstr>
      <vt:lpstr>WORKING</vt:lpstr>
      <vt:lpstr>LIMITATIONS</vt:lpstr>
      <vt:lpstr>FUTURE UPGRADES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Based Environmental Monitoring System</dc:title>
  <dc:creator>Shabharhi Shree</dc:creator>
  <cp:lastModifiedBy>Shabharhi Shree</cp:lastModifiedBy>
  <cp:revision>2</cp:revision>
  <dcterms:created xsi:type="dcterms:W3CDTF">2026-09-24T16:05:44Z</dcterms:created>
  <dcterms:modified xsi:type="dcterms:W3CDTF">2026-09-24T17:47:19Z</dcterms:modified>
</cp:coreProperties>
</file>